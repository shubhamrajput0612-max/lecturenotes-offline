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line: an offline tool that turns Gujarati/Hindi lecture recordings into notes and flashcards.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 points: mixed languages, dependence on internet, and privacy/data cost of cloud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Whisper for speech-to-text, Llama 3.2 3B for summary and flashcards.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pipeline. Be clear that the NPU path is the intended deployment unless you tested it on Snapdragon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cloud tools with an on-device approach: offline, private, low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illustrative mock-up, not real output. Replace it with a real output screenshot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what was tested and what was not. Judges value clear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next steps and share your GitHub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188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LectureNotes Offline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 / Hindi lecture notes on Snapdragon, with no internet needed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 2026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Rajput Shubham  |  B.E. Sem-I, Government Engineering College, Modasa (GTU)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take notes in mixed-language lectures.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054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languages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mix Gujarati, Hindi and English technical terms. Writing notes while listening is hard.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2024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26" y="210540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note tools need a steady connection. Campus Wi-Fi and mobile data are often unreliable.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92024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210540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cost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are uploaded to cloud servers, using data and raising privacy concerns.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recording. Get study material. Everything stays on your laptop.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206334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0" y="2121408"/>
            <a:ext cx="640080" cy="274320"/>
          </a:xfrm>
          <a:prstGeom prst="rightArrow">
            <a:avLst/>
          </a:prstGeom>
          <a:solidFill>
            <a:srgbClr val="B7C7DA"/>
          </a:solidFill>
          <a:ln w="12700">
            <a:solidFill>
              <a:srgbClr val="B7C7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Transcribe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turns speech into text in Gujarati, Hindi or English.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06040" y="1828800"/>
            <a:ext cx="868680" cy="86868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84" y="2063344"/>
            <a:ext cx="399593" cy="39959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03320" y="2121408"/>
            <a:ext cx="640080" cy="274320"/>
          </a:xfrm>
          <a:prstGeom prst="rightArrow">
            <a:avLst/>
          </a:prstGeom>
          <a:solidFill>
            <a:srgbClr val="B7C7DA"/>
          </a:solidFill>
          <a:ln w="12700">
            <a:solidFill>
              <a:srgbClr val="B7C7D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6060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Summarize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606040" y="3337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on-device LLM (Llama 3.2 3B) writes short revision notes.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828800"/>
            <a:ext cx="868680" cy="86868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984" y="2063344"/>
            <a:ext cx="399593" cy="3995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60720" y="2121408"/>
            <a:ext cx="640080" cy="274320"/>
          </a:xfrm>
          <a:prstGeom prst="rightArrow">
            <a:avLst/>
          </a:prstGeom>
          <a:solidFill>
            <a:srgbClr val="B7C7DA"/>
          </a:solidFill>
          <a:ln w="12700">
            <a:solidFill>
              <a:srgbClr val="B7C7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6634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Flashcards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337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creates question and answer cards.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868680" cy="8686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384" y="2063344"/>
            <a:ext cx="399593" cy="3995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Export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3337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Markdown notes and a flashcards CSV.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im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28713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and Llama 3.2 3B are both available on Qualcomm AI Hub. The intended deployment compiles them for the Hexagon NPU and runs them through ONNX Runtime (QNN).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on-device on Snapdragon</a:t>
            </a:r>
            <a:endParaRPr lang="en-US" sz="3200" dirty="0"/>
          </a:p>
        </p:txBody>
      </p:sp>
      <p:pic>
        <p:nvPicPr>
          <p:cNvPr id="3" name="Image 0" descr="img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097280"/>
            <a:ext cx="54864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1089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08" y="3381908"/>
            <a:ext cx="231343" cy="23134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dependence on campus Wi-Fi or mobile data.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91840" y="31089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508" y="3381908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148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transcripts and notes never leave the device.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31089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708" y="3381908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Hexagon NPU is designed to run these models efficiently, helping battery life.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img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6949440" cy="2798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only. Not measured output.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honest limits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5531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runs the full pipeline (transcribe, summarize, flashcards) on CPU. The NPU path is the intended deployment.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[EDIT: state whether you tested on a Snapdragon device and any measured results.]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DECEA"/>
          </a:solidFill>
          <a:ln w="9525">
            <a:solidFill>
              <a:srgbClr val="F5C6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28" y="15531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 transcription is less accurate than Hindi or English.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model can write weaker Gujarati summaries.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can mistake names and formulas.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notes and cards before studying.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benchmark on a real Snapdragon HP AI PC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separation for classroom questions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 extraction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flashcards to Anki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subject glossaries (e.g. Basic Electronics)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82296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173B63"/>
          </a:solidFill>
          <a:ln w="19050">
            <a:solidFill>
              <a:srgbClr val="12A4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0" y="1097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Rajput Shubham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Modasa (GTU)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repository link]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LectureNotes Offline  |  Snapdragon AI Lab Build &amp; Present Challenge 2026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LectureNotes Offline - Pitch</dc:title>
  <dc:subject>PptxGenJS Presentation</dc:subject>
  <dc:creator>Rajput Shubham</dc:creator>
  <cp:lastModifiedBy>Rajput Shubham</cp:lastModifiedBy>
  <cp:revision>1</cp:revision>
  <dcterms:created xsi:type="dcterms:W3CDTF">2026-09-30T07:49:50Z</dcterms:created>
  <dcterms:modified xsi:type="dcterms:W3CDTF">2026-09-30T07:49:50Z</dcterms:modified>
</cp:coreProperties>
</file>